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931920"/>
            <a:ext cx="4206240" cy="42062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29800" y="4709160"/>
            <a:ext cx="1371600" cy="1371600"/>
          </a:xfrm>
          <a:prstGeom prst="ellipse">
            <a:avLst/>
          </a:prstGeom>
          <a:solidFill>
            <a:srgbClr val="2E3A7A"/>
          </a:solidFill>
          <a:ln/>
        </p:spPr>
      </p:sp>
      <p:pic>
        <p:nvPicPr>
          <p:cNvPr id="4" name="Image 0" descr="/home/claude/pptx_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8410" y="5017770"/>
            <a:ext cx="75438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Automation Flow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34290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Daily Digest Bot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A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Internship Track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Automation Flow?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automation — or workflow — is a sequence of nodes, connected in order, that pass data from one to the next. Every node does exactly one job: receive data, reshape it, make a decision, or take an action.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workflow you'll ever build, no matter how large, is a variation on the same six stages. Learn to recognize them, and any automation becomes readable at a glance.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201168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743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Internship — Automation Flow Guide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an Automation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workflow, no matter how complex, is built from the same six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5480" y="1481328"/>
            <a:ext cx="3291840" cy="1481328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0072" y="1645920"/>
            <a:ext cx="457200" cy="457200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6" name="Image 0" descr="/home/claude/pptx_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942" y="1748790"/>
            <a:ext cx="251460" cy="2514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68400" y="198424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68400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15288" y="1636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30072" y="213969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workflow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57320" y="14813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449928" y="1481328"/>
            <a:ext cx="3291840" cy="1481328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4520" y="1645920"/>
            <a:ext cx="457200" cy="457200"/>
          </a:xfrm>
          <a:prstGeom prst="ellipse">
            <a:avLst/>
          </a:prstGeom>
          <a:solidFill>
            <a:srgbClr val="3D6FB4"/>
          </a:solidFill>
          <a:ln/>
        </p:spPr>
      </p:sp>
      <p:pic>
        <p:nvPicPr>
          <p:cNvPr id="14" name="Image 1" descr="/home/claude/pptx_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390" y="1748790"/>
            <a:ext cx="251460" cy="2514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952848" y="198424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52848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199736" y="1636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14520" y="213969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enters as JSON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741768" y="14813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8034376" y="1481328"/>
            <a:ext cx="3291840" cy="1481328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98968" y="1645920"/>
            <a:ext cx="457200" cy="457200"/>
          </a:xfrm>
          <a:prstGeom prst="ellipse">
            <a:avLst/>
          </a:prstGeom>
          <a:solidFill>
            <a:srgbClr val="3D6FB4"/>
          </a:solidFill>
          <a:ln/>
        </p:spPr>
      </p:sp>
      <p:pic>
        <p:nvPicPr>
          <p:cNvPr id="22" name="Image 2" descr="/home/claude/pptx_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838" y="1748790"/>
            <a:ext cx="251460" cy="2514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537296" y="198424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37296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784184" y="1636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198968" y="213969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reshapes it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65480" y="3310128"/>
            <a:ext cx="3291840" cy="1481328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30072" y="3474720"/>
            <a:ext cx="457200" cy="457200"/>
          </a:xfrm>
          <a:prstGeom prst="ellipse">
            <a:avLst/>
          </a:prstGeom>
          <a:solidFill>
            <a:srgbClr val="E0932C"/>
          </a:solidFill>
          <a:ln/>
        </p:spPr>
      </p:sp>
      <p:pic>
        <p:nvPicPr>
          <p:cNvPr id="29" name="Image 3" descr="/home/claude/pptx_icons/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42" y="3577590"/>
            <a:ext cx="251460" cy="25146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368400" y="381304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368400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615288" y="34655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030072" y="396849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happens next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157320" y="33101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4449928" y="3310128"/>
            <a:ext cx="3291840" cy="1481328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614520" y="3474720"/>
            <a:ext cx="457200" cy="457200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37" name="Image 4" descr="/home/claude/pptx_icons/paperpla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390" y="3577590"/>
            <a:ext cx="251460" cy="2514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4952848" y="381304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952848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199736" y="34655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4614520" y="396849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real work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7741768" y="33101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36"/>
          <p:cNvSpPr/>
          <p:nvPr/>
        </p:nvSpPr>
        <p:spPr>
          <a:xfrm>
            <a:off x="8034376" y="3310128"/>
            <a:ext cx="3291840" cy="1481328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198968" y="34747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45" name="Image 5" descr="/home/claude/pptx_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1838" y="3577590"/>
            <a:ext cx="251460" cy="25146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8537296" y="3813048"/>
            <a:ext cx="237744" cy="23774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537296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8784184" y="34655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8198968" y="396849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 finishes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865480" y="5138928"/>
            <a:ext cx="10460736" cy="932688"/>
          </a:xfrm>
          <a:prstGeom prst="roundRect">
            <a:avLst>
              <a:gd name="adj" fmla="val 8824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066648" y="533095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2" name="Image 6" descr="/home/claude/pptx_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0092" y="5454396"/>
            <a:ext cx="301752" cy="30175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825600" y="5138928"/>
            <a:ext cx="92720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Error Trigger watches every stage above and alerts you (Slack / Email) the instant something fails.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Internship — Automation Flow Guide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0008" y="777240"/>
            <a:ext cx="2011680" cy="2011680"/>
          </a:xfrm>
          <a:prstGeom prst="ellipse">
            <a:avLst/>
          </a:prstGeom>
          <a:solidFill>
            <a:srgbClr val="2E3A7A"/>
          </a:solidFill>
          <a:ln w="15875">
            <a:solidFill>
              <a:srgbClr val="CADCFC"/>
            </a:solidFill>
            <a:prstDash val="solid"/>
          </a:ln>
        </p:spPr>
      </p:sp>
      <p:pic>
        <p:nvPicPr>
          <p:cNvPr id="3" name="Image 0" descr="/home/claude/pptx_icons/cloud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2801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99923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333756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Digest Bot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425196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up every morning, checks the weather, and messages you — no clicking required.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85236" y="498348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 w="12700">
            <a:solidFill>
              <a:srgbClr val="5A6B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85236" y="4983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Triggers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15788" y="49834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 w="12700">
            <a:solidFill>
              <a:srgbClr val="5A6B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15788" y="4983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80580" y="49834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 w="12700">
            <a:solidFill>
              <a:srgbClr val="5A6B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80580" y="49834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Need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these up before you start building.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5168" y="16916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58188" y="2057400"/>
            <a:ext cx="777240" cy="777240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6" name="Image 0" descr="/home/claude/pptx_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067" y="22322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3768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Instance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75208" y="34747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self-hosted — either works fine for this build.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4208" y="16916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07228" y="2057400"/>
            <a:ext cx="777240" cy="777240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11" name="Image 1" descr="/home/claude/pptx_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107" y="22322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2808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Credential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4248" y="34747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Telegram, or Gmail account connected in n8n.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53248" y="16916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56268" y="2057400"/>
            <a:ext cx="777240" cy="777240"/>
          </a:xfrm>
          <a:prstGeom prst="ellipse">
            <a:avLst/>
          </a:prstGeom>
          <a:solidFill>
            <a:srgbClr val="3D6FB4"/>
          </a:solidFill>
          <a:ln/>
        </p:spPr>
      </p:sp>
      <p:pic>
        <p:nvPicPr>
          <p:cNvPr id="16" name="Image 2" descr="/home/claude/pptx_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147" y="22322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1848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Needed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73288" y="34747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the free Open-Meteo weather API — no signup required.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Daily Digest Bot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438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of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399032"/>
            <a:ext cx="566928" cy="566928"/>
          </a:xfrm>
          <a:prstGeom prst="ellipse">
            <a:avLst/>
          </a:prstGeom>
          <a:solidFill>
            <a:srgbClr val="2E3A7A"/>
          </a:solidFill>
          <a:ln/>
        </p:spPr>
      </p:sp>
      <p:pic>
        <p:nvPicPr>
          <p:cNvPr id="6" name="Image 0" descr="/home/claude/pptx_icons/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1526591"/>
            <a:ext cx="311810" cy="311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43584" y="183794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43584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00200" y="134416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Workflow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187452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“+ New Workflow” and rename it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 Bot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3" name="Image 1" descr="/home/claude/pptx_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31" y="4178351"/>
            <a:ext cx="311810" cy="31181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43584" y="448970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43584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00200" y="399592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Schedule Trigger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00200" y="452628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Trigger Interval to “Days” and pick the hour you want the digest sent — e.g.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Daily Digest Bot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438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 of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399032"/>
            <a:ext cx="566928" cy="566928"/>
          </a:xfrm>
          <a:prstGeom prst="ellipse">
            <a:avLst/>
          </a:prstGeom>
          <a:solidFill>
            <a:srgbClr val="3D6FB4"/>
          </a:solidFill>
          <a:ln/>
        </p:spPr>
      </p:sp>
      <p:pic>
        <p:nvPicPr>
          <p:cNvPr id="6" name="Image 0" descr="/home/claude/pptx_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1526591"/>
            <a:ext cx="311810" cy="311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43584" y="183794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43584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00200" y="134416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HTTP Request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187452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URL: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https://api.open-meteo.com/v1/forecast?latitude=31.5204&amp;longitude=74.3587&amp;current_weather=true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A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(coordinates shown are for Lahore — swap in your own city)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3D6FB4"/>
          </a:solidFill>
          <a:ln/>
        </p:spPr>
      </p:sp>
      <p:pic>
        <p:nvPicPr>
          <p:cNvPr id="13" name="Image 1" descr="/home/claude/pptx_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31" y="4178351"/>
            <a:ext cx="311810" cy="31181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43584" y="448970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43584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00200" y="399592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Inspect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00200" y="452628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“Execute step” and inspect the JSON output — find the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current_weather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object; that's where temperature and wind speed live.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Daily Digest Bot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 &amp; Sending the Message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438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 of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399032"/>
            <a:ext cx="566928" cy="566928"/>
          </a:xfrm>
          <a:prstGeom prst="ellipse">
            <a:avLst/>
          </a:prstGeom>
          <a:solidFill>
            <a:srgbClr val="3D6FB4"/>
          </a:solidFill>
          <a:ln/>
        </p:spPr>
      </p:sp>
      <p:pic>
        <p:nvPicPr>
          <p:cNvPr id="6" name="Image 0" descr="/home/claude/pptx_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1526591"/>
            <a:ext cx="311810" cy="311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43584" y="183794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43584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00200" y="134416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Summary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187452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Set (Edit Fields) node. Create one field named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expression: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 in Lahore: {{ $json.current_weather.temperature }}°C, wind {{ $json.current_weather.windspeed }} km/h.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6B4FA0"/>
          </a:solidFill>
          <a:ln/>
        </p:spPr>
      </p:sp>
      <p:pic>
        <p:nvPicPr>
          <p:cNvPr id="13" name="Image 1" descr="/home/claude/pptx_icons/paperpl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31" y="4178351"/>
            <a:ext cx="311810" cy="31181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43584" y="448970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43584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00200" y="399592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Messaging Node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00200" y="452628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“Send a Message”, Telegram “Send Message”, or Gmail “Send Email”. Connect your credential, choose the destination, and set the message body to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$json.summary }}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Daily Digest Bot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Go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78240" y="438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7–8 of 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39903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/home/claude/pptx_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1526591"/>
            <a:ext cx="311810" cy="311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43584" y="183794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43584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00200" y="134416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Whole Chain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187452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“Execute Workflow” to run every node in order, and confirm the message actually arrives.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11091672" cy="2377440"/>
          </a:xfrm>
          <a:prstGeom prst="roundRect">
            <a:avLst>
              <a:gd name="adj" fmla="val 3462"/>
            </a:avLst>
          </a:prstGeom>
          <a:solidFill>
            <a:srgbClr val="F7F9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3" name="Image 1" descr="/home/claude/pptx_icons/tog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31" y="4178351"/>
            <a:ext cx="311810" cy="31181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43584" y="448970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43584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600200" y="399592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00200" y="4526280"/>
            <a:ext cx="9811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workflow to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(top-right switch) so the Schedule Trigger takes over on its own.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Daily Digest Bot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It Back to the Six Stages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anatomy from earlier — now with real nodes doing real 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430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691640"/>
            <a:ext cx="7342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Became in This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430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377440"/>
            <a:ext cx="109728" cy="10972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148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148840"/>
            <a:ext cx="7251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 — fires every morning at your chosen hour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15768"/>
            <a:ext cx="10543032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944368"/>
            <a:ext cx="109728" cy="109728"/>
          </a:xfrm>
          <a:prstGeom prst="ellipse">
            <a:avLst/>
          </a:prstGeom>
          <a:solidFill>
            <a:srgbClr val="3D6FB4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7157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715768"/>
            <a:ext cx="7251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that Open-Meteo sends back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282696"/>
            <a:ext cx="105430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511296"/>
            <a:ext cx="109728" cy="109728"/>
          </a:xfrm>
          <a:prstGeom prst="ellipse">
            <a:avLst/>
          </a:prstGeom>
          <a:solidFill>
            <a:srgbClr val="3D6FB4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2826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3282696"/>
            <a:ext cx="7251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node — builds the summary sentence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849624"/>
            <a:ext cx="10543032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078224"/>
            <a:ext cx="109728" cy="109728"/>
          </a:xfrm>
          <a:prstGeom prst="ellipse">
            <a:avLst/>
          </a:prstGeom>
          <a:solidFill>
            <a:srgbClr val="E0932C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38496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849624"/>
            <a:ext cx="7251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here — every run follows the same path (you'll meet this in Workflow 2)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416552"/>
            <a:ext cx="105430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4645152"/>
            <a:ext cx="109728" cy="109728"/>
          </a:xfrm>
          <a:prstGeom prst="ellipse">
            <a:avLst/>
          </a:prstGeom>
          <a:solidFill>
            <a:srgbClr val="6B4F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4165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4416552"/>
            <a:ext cx="7251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Slack / Telegram / Gmail node — sends the message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4983480"/>
            <a:ext cx="10543032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" y="5212080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4983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0" y="4983480"/>
            <a:ext cx="7251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itself, delivered to your inbox or chat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Daily Digest Bot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66648" y="1965960"/>
            <a:ext cx="4846320" cy="2468880"/>
          </a:xfrm>
          <a:prstGeom prst="roundRect">
            <a:avLst>
              <a:gd name="adj" fmla="val 3704"/>
            </a:avLst>
          </a:prstGeom>
          <a:solidFill>
            <a:srgbClr val="2E3A7A"/>
          </a:solidFill>
          <a:ln w="12700">
            <a:solidFill>
              <a:srgbClr val="5A6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24048" y="2286000"/>
            <a:ext cx="731520" cy="731520"/>
          </a:xfrm>
          <a:prstGeom prst="ellipse">
            <a:avLst/>
          </a:prstGeom>
          <a:solidFill>
            <a:srgbClr val="E0932C"/>
          </a:solidFill>
          <a:ln/>
        </p:spPr>
      </p:sp>
      <p:pic>
        <p:nvPicPr>
          <p:cNvPr id="5" name="Image 0" descr="/home/claude/pptx_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640" y="24505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0968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2: Lead Capture &amp; Router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40968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· Branching · Google Sheets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78728" y="1965960"/>
            <a:ext cx="4846320" cy="2468880"/>
          </a:xfrm>
          <a:prstGeom prst="roundRect">
            <a:avLst>
              <a:gd name="adj" fmla="val 3704"/>
            </a:avLst>
          </a:prstGeom>
          <a:solidFill>
            <a:srgbClr val="2E3A7A"/>
          </a:solidFill>
          <a:ln w="12700">
            <a:solidFill>
              <a:srgbClr val="5A6B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6128" y="228600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/home/claude/pptx_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720" y="24505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3048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3: Batch Enrichment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53048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Rate Limits · Error Handling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97280" y="493776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you build gets you closer to seeing the pattern everywhere.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2026-09-09T09:13:51Z</dcterms:created>
  <dcterms:modified xsi:type="dcterms:W3CDTF">2026-09-09T09:13:51Z</dcterms:modified>
</cp:coreProperties>
</file>